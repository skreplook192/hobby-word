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Слайд 1. Hobby Worlds — развивай хобби как игру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Мобильное приложение, которое помогает начать и не бросить хобби через задания, социальное взаимодействие и визуальный прогресс в личном 3D-мире.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1208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Ключевая идея: не просто список задач, а игровой путь развития навыка.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126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Слайд 2. 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Люди хотят заниматься рисованием, спортом, музыкой, моделированием, программированием и другими хобби, но часто откладывают старт или быстро теряют мотивацию.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1208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Обычные трекеры задач дают структуру, но не создают полноценного игрового и социального контекста. Социальные сети дают общение, но не ведут пользователя по пути развития навыка.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126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Слайд 3.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Hobby Worlds объединяет хобби-квесты, прогресс, социальную ленту, друзей, сообщения, достижения и личный визуальный мир.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1208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Пользователь выбирает интерес → получает небольшие шаги → выполняет задания → получает прогресс → делится результатом → развивается его мир.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126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Слайд 4. Как работает продукт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1) Регистрация и выбор интереса. 2) Формирование целей. 3) Выполнение небольших заданий. 4) Получение XP/достижений. 5) Публикация прогресса. 6) Общение и поиск единомышленников. 7) Развитие личного мира.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1208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Главная метрика: число пользователей, которые за неделю выполнили хотя бы одно хобби-задание и зафиксировали прогресс.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126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Слайд 5. Целевая аудитория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Основная аудитория — студенты и молодые люди 16–30 лет, которые хотят начать новое хобби, нуждаются в мотивации и структуре и положительно относятся к игровому прогрессу, достижениям и визуальной кастомизации.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1208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Первые проверки аудитории планируется проводить среди студентов и начинающих hobby-пользователей.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126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Слайд 6. Отличие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Hobby Worlds объединяет три механики в одном сценарии: развитие навыка через небольшие задания, социальное окружение и визуальный прогресс в личном мире.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1208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Фокус продукта — не только удержать пользователя внутри приложения, а мотивировать его сделать реальный шаг в хобби.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126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Слайд 7. Рынок и конкуренты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Конкурентное поле включает трекеры привычек и задач, образовательные/хобби-сервисы и социальные платформы.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1208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Hobby Worlds занимает пересечение этих сценариев: задача + игровая мотивация + сообщество + визуальный мир. На этапе MVP основной акцент — проверка пользовательской ценности, а не широкий охват всех сегментов.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126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Слайд 8. Бизнес-модель и масштабирование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Базовый продукт может развиваться как freemium: основные механики доступны пользователю, а в дальнейшем могут тестироваться платные косметические элементы мира, расширенные возможности профиля и премиальные темы.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1208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Монетизация не является первым этапом. Сначала необходимо подтвердить регулярное использование и ценность продукта.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126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Слайд 9. Текущий прогресс и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Текущая стадия: MVP / активный прототип. Прорабатываются авторизация, профиль, лента, сообщения, друзья, темы и базовая механика мира.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1208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0–3 месяца: стабилизация MVP и первые пользователи. 3–6 месяцев: социальные функции и базовый мир. 6–12 месяцев: рост, персонализация и проверка монетизации.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126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Слайд 10. Инвестиционный запрос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В рамках учебного pitch-deck предлагается привлечь 3 000 000 ₽ на 12 месяцев.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1208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Распределение: 45% разработка и инфраструктура; 20% UX/UI и 3D-мир; 20% тестирование аудитории и привлечение первых пользователей; 10% аналитика и QA; 5% резерв.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126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